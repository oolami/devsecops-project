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Align leadership on (1) encryption standards, (2) current posture, (3) prioritized gaps + decisions.
[Sources]
- Internal: Silac research &amp; findings (Feb 2026)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start with what is already solid (at-rest + secrets + external TLS). Then frame remaining work as validation + targeted hardening.
[Sources]
- Internal: Silac research &amp; findings (Feb 2026)
- NIST TLS guidance: SP 800-52r2. https://csrc.nist.gov/pubs/sp/800/52/r2/final
- NIST AES standard: FIPS 197. https://csrc.nist.gov/pubs/fips/197/final
- Microsoft SQL Server TDE overview. https://learn.microsoft.com/en-us/sql/relational-databases/security/encryption/transparent-data-encryption?view=sql-server-ver17
- CyberArk secrets management definition. https://www.cyberark.com/what-is/secrets-management/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common confusion: exposure != classification.
[Sources]
- Internal: Silac classification definitions (Feb 2026)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layers: encryption is primarily enforced by infrastructure + database + OS.
[Sources]
- NIST TLS guidance: SP 800-52r2. https://csrc.nist.gov/pubs/sp/800/52/r2/final
- NIST AES standard: FIPS 197. https://csrc.nist.gov/pubs/fips/197/final
- Microsoft SQL Server TDE overview. https://learn.microsoft.com/en-us/sql/relational-databases/security/encryption/transparent-data-encryption?view=sql-server-ver17
- CyberArk secrets management definition. https://www.cyberark.com/what-is/secrets-management/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what is confirmed vs what needs validation.
[Sources]
- NIST TLS guidance: SP 800-52r2. https://csrc.nist.gov/pubs/sp/800/52/r2/final
- Internal: Silac research &amp; findings (Portal/Sentry TLS) (Feb 2026)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“at rest encryption exists” from “field-level encryption”.
[Sources]
- Microsoft SQL Server TDE overview. https://learn.microsoft.com/en-us/sql/relational-databases/security/encryption/transparent-data-encryption?view=sql-server-ver17
- NIST AES standard: FIPS 197. https://csrc.nist.gov/pubs/fips/197/final
- Internal: Silac research &amp; findings (disk encryption) (Feb 2026)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Prevents misunderstanding: “CyberArk manages secrets/tokens” != “we tokenize PII”.
[Sources]
- CyberArk secrets management definition. https://www.cyberark.com/what-is/secrets-management/
- Internal: Silac research &amp; findings (CyberArk usage) (Feb 2026)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Ensure we keep “Insights” scoped correctly (internal health-check proxy; no restricted data processing).
[Sources]
- Internal: Silac service inventory + research &amp; findings (Feb 2026)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Leadership lens: risk reduction, proof/evidence, and clear ownership.
[Sources]
- Internal: Silac research &amp; findings (Feb 2026)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decisions/asks. Offer a follow-up deep-dive for technical validation and remediation plan.
[Sources]
- Internal: Silac research &amp; findings (Feb 2026)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Silac Application Encryption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standards + current-state posture (100% on‑prem)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080760"/>
            <a:ext cx="3767328" cy="310896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brief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32720" y="609904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09960" cy="5029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	Silac | On‑prem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strong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490472"/>
            <a:ext cx="53949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1097280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rest: SQL Server TDE + full‑disk encryption on hosts (e.g., BitLocker/FileVault).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management: CyberArk centrally manages credentials/tokens/secrets.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Internet-facing boundary: customer Portal uses HTTPS/TLS for end-user access.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to close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867912"/>
            <a:ext cx="539496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950208"/>
            <a:ext cx="1097280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protection: limited tokenization / field-level encryption for certain sensitive fields.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evidence: confirm where TLS terminates per internal service (application vs ingress/proxy).</a:t>
            </a:r>
            <a:endParaRPr lang="en-US" sz="1500" dirty="0"/>
          </a:p>
          <a:p>
            <a:pPr marL="171450" indent="-17145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lifecycle + backups: standardize rotation/audit and backup evidence (encryption, retention, disposal).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338560" y="6565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09960" cy="5029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standards (data classification)	Silac | On‑prem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755648" cy="310896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342900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releasable content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recommended (integrity)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At-rest encryption recommended when persisted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4840" y="1051560"/>
            <a:ext cx="0" cy="5212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143000"/>
            <a:ext cx="2157984" cy="310896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600200"/>
            <a:ext cx="342900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Business/operational data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required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At-rest encryption required for persistent stores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CyberArk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21040" y="1051560"/>
            <a:ext cx="0" cy="5212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1143000"/>
            <a:ext cx="2962656" cy="310896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49640" y="1600200"/>
            <a:ext cx="342900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financial / privileged data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required (edge + internal paths)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At-rest encryption mandatory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access + logging hygiene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“internet-facing” describes access path, not data class.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38560" y="6565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09960" cy="5029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encryption is implemented (on‑prem layers)	Silac | On‑prem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2560320" cy="310896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26060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at edge (Portal)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at ingress/proxy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Service-to-service TLS where configured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29584" y="1051560"/>
            <a:ext cx="0" cy="5212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75888" y="1143000"/>
            <a:ext cx="1956816" cy="310896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75888" y="1600200"/>
            <a:ext cx="26060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TDE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encryption (BitLocker/FileVault)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 for logs/files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28232" y="1051560"/>
            <a:ext cx="0" cy="5212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4536" y="1143000"/>
            <a:ext cx="1956816" cy="310896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74536" y="1600200"/>
            <a:ext cx="26060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vault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auditing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workflows (where configured)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26880" y="1051560"/>
            <a:ext cx="0" cy="5212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73184" y="1143000"/>
            <a:ext cx="1956816" cy="310896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73184" y="1600200"/>
            <a:ext cx="26060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backup access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backup storage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+ disposal controls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38560" y="6565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09960" cy="5029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 (TLS): confirmed + validation plan	Silac | On‑prem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490472"/>
            <a:ext cx="53949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548640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uses HTTPS/TLS for end-user access.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uses HTTPS/TLS for client/server communications.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aligns to TLS 1.2+ (TLS 1.3 preferred where supported).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6520" y="114300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(service-by-service)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490472"/>
            <a:ext cx="539496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572768"/>
            <a:ext cx="55778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TLS termination per internal service (app vs ingress/proxy).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cert inspection, ingress config, curl/openssl tests.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TLS termination matrix (audit evidence + remediation tracker).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051560"/>
            <a:ext cx="0" cy="5212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0" y="6565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09960" cy="5029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rest: databases + hosts	Silac | On‑prem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490472"/>
            <a:ext cx="53949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54864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Transparent Data Encryption (TDE) encrypts database data files (data at rest).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DB-managed: enables at-rest encryption without application code changes.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6520" y="114300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&amp; endpoints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490472"/>
            <a:ext cx="53949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572768"/>
            <a:ext cx="55778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Full-disk encryption on Windows hosts (BitLocker).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Full-disk encryption on macOS endpoints (FileVault; Jamf-managed).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 protects logs/files when persisted on encrypted volumes.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051560"/>
            <a:ext cx="0" cy="5212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7764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4325112"/>
            <a:ext cx="539496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40740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At-rest encryption is strong at DB + disk layers. Field-level encryption/tokenization is a separate control and is limited today.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09960" cy="5029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key management (CyberArk)	Silac | On‑prem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covers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490472"/>
            <a:ext cx="53949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548640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vault for application secrets/credentials/tokens.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controls + auditability for secret access.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rotation workflows where configured.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6520" y="114300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automatically provide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490472"/>
            <a:ext cx="539496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572768"/>
            <a:ext cx="557784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tokenization for fields like SSN (requires explicit app integration).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encryption inside application data models.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termination: still determined by ingress/app configuration.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1051560"/>
            <a:ext cx="0" cy="5212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0" y="6565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09960" cy="5029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classification (by data sensitivity)	Silac | On‑prem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7040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490472"/>
            <a:ext cx="704088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70408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/ Portal-API, Admin / Admin-API, Intake / Intake-API, WindAPI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ACH-API, General-Ledger-API, Check-API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Agent-Info-API, Agent-Rewards (+ API), Action-Note-API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Document-API, Email-API, Chorus-Exposed-API, ARMS, Sentry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114300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490472"/>
            <a:ext cx="35204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572768"/>
            <a:ext cx="3520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(health-check proxy)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Celery-Beat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Market-Index-API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(confirm)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01000" y="1051560"/>
            <a:ext cx="0" cy="5212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services classified as “Public” in the current production inventory.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38560" y="6565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09960" cy="5029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gaps (current state)	Silac | On‑prem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3474720" cy="310896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Sensitive fields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34747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masking exists, but some fields are not tokenized/field-encrypted.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define which fields require data-layer protection (e.g., SSN).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11980" y="1051560"/>
            <a:ext cx="0" cy="5212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143000"/>
            <a:ext cx="3474720" cy="310896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TLS termination evidence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600200"/>
            <a:ext cx="34747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explicit confirmation per internal service (app vs ingress).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TLS termination matrix + remediation of exceptions.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06740" y="1051560"/>
            <a:ext cx="0" cy="52120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143000"/>
            <a:ext cx="3474720" cy="310896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Key lifecycle &amp; backups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66760" y="1600200"/>
            <a:ext cx="34747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covers secrets; key rotation/audit should be formalized where applicable.</a:t>
            </a:r>
            <a:endParaRPr lang="en-US" sz="1300" dirty="0"/>
          </a:p>
          <a:p>
            <a:pPr marL="148590" indent="-14859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encryption/retention/disposal needs standardized evidence.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38560" y="6565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09960" cy="50292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 plan + leadership asks	Silac | On‑prem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1109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34440"/>
            <a:ext cx="1554480" cy="310896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14600" y="1252728"/>
            <a:ext cx="9555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TLS termination matrix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Insights classification/access controls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backup encryption/retention evidence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40487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51760"/>
            <a:ext cx="1554480" cy="310896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2670048"/>
            <a:ext cx="9555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 any plaintext internal paths (if found)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tokenization/field-encryption requirements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logging (no sensitive values in telemetry/logs)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82219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069080"/>
            <a:ext cx="1554480" cy="310896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4087368"/>
            <a:ext cx="9555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prioritized field-level protections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key lifecycle (rotation/audit) where applicable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evidence for audit readiness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897880"/>
            <a:ext cx="1554480" cy="310896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asks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5916168"/>
            <a:ext cx="9555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priorities, assign owners, and endorse the 30/60/90 plan.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Encryption standards and current-state posture (on-prem)</dc:subject>
  <dc:creator>Silac – DevSecOps</dc:creator>
  <cp:lastModifiedBy>Silac – DevSecOps</cp:lastModifiedBy>
  <cp:revision>1</cp:revision>
  <dcterms:created xsi:type="dcterms:W3CDTF">2026-02-05T15:56:19Z</dcterms:created>
  <dcterms:modified xsi:type="dcterms:W3CDTF">2026-02-05T15:56:19Z</dcterms:modified>
</cp:coreProperties>
</file>